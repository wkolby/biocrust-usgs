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83"/>
    <p:restoredTop sz="94658"/>
  </p:normalViewPr>
  <p:slideViewPr>
    <p:cSldViewPr snapToGrid="0">
      <p:cViewPr varScale="1">
        <p:scale>
          <a:sx n="103" d="100"/>
          <a:sy n="103" d="100"/>
        </p:scale>
        <p:origin x="19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DA631-2FDD-7703-5289-28DB162E9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D70AE1-9006-D3F4-D636-DD14ED030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1908D-0E5E-E84E-94E6-B79226F9D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81AE-C8E5-DC40-97FE-F8B092C9286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EDC9A-97BB-6001-7A7E-5AEA762A7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16DB5-4D0E-E7D6-72C9-A29C669E0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E0AD-729D-ED45-A3D4-8B4B7F665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82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DD4A-FB6C-0E60-922B-3E2556440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6DB67-F7BD-324F-7E8D-468647B26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F266A-98F6-2233-20A1-E0563EF5B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81AE-C8E5-DC40-97FE-F8B092C9286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7B370-6EE7-79AF-09EA-EB0F8A513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10698-80FF-5C34-2646-6E5413E32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E0AD-729D-ED45-A3D4-8B4B7F665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207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5B3BF-B81A-B829-163A-37166D425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62A92-5804-AA03-3FAA-7FA836989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17D26-4134-BAF7-A0C9-CF144325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81AE-C8E5-DC40-97FE-F8B092C9286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DE480-794B-CF15-31D8-C3B51496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EFB37-A2FD-84A5-6899-33D4545DC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E0AD-729D-ED45-A3D4-8B4B7F665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97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A0E85-403B-07EF-1A1D-19CDEB8AC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75494-23EC-F25F-C195-F9B32CFB5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29D4E-B5AC-3CBC-2A86-8DF64498E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3EB0B-48EC-2C5F-0A37-D17C9902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81AE-C8E5-DC40-97FE-F8B092C9286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D7256-BEEC-15C7-B9B0-5AA2FCD05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66806-8718-78C4-3413-1691450A8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E0AD-729D-ED45-A3D4-8B4B7F665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80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935F9-7A60-E87B-66BC-806906689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96C3A-87DA-95A3-65C6-7CB7AE5FF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730AF-D442-7113-C119-7FED29581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DE53AC-03C0-8723-26EE-6CD433ADEF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B34A51-A5FB-D6B4-10D8-D0874AD038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1BD1A0-D034-237E-ED29-2218E57A0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81AE-C8E5-DC40-97FE-F8B092C9286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A98A22-E036-F449-2984-7387F847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46306B-DE9D-F221-3A65-B8C387187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E0AD-729D-ED45-A3D4-8B4B7F665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980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75AAF-35F9-2039-BC01-0C66FE8C6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46AEF1-CBBF-9445-358F-2A0FD75E4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81AE-C8E5-DC40-97FE-F8B092C9286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F169F-0A46-B7F0-A2E2-3C10AEB63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225DD-F300-4977-96FA-C6E003C2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E0AD-729D-ED45-A3D4-8B4B7F665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010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D8DB9-941D-F6AE-B9DE-F214F8A64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81AE-C8E5-DC40-97FE-F8B092C9286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ECEF5-B058-B247-BFED-0823CCEE9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67A5D-65DB-B017-68DE-14508166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E0AD-729D-ED45-A3D4-8B4B7F665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636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B16D7-8823-0A60-D33D-D2C0275DA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F3857-403A-81E8-650F-81CCACFD8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C2E068-6D18-B5C6-607C-1B4161B98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06FD2-9FD7-5204-1EC7-C4D39AB3A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81AE-C8E5-DC40-97FE-F8B092C9286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48B09D-39B4-22E0-D9CC-5B4BF5955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3034B-A473-8A01-FB31-2EDE76EF6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E0AD-729D-ED45-A3D4-8B4B7F665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2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71526-7D33-A338-841E-750CD2FC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61A47C-B644-6CE9-89C5-C3DF018598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86A96-DFC6-80A4-8963-CF00D4CE6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ABF78-A6F4-4B9C-E8F9-62C068CB5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81AE-C8E5-DC40-97FE-F8B092C9286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EDA28-F151-27EF-2D53-3F541B13C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03C6E-9690-4B78-1290-FC3FABD3C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E0AD-729D-ED45-A3D4-8B4B7F665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9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F0AE-5540-8AA7-665D-4EE228240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597DAC-8D5A-AEEF-F9F3-22591109C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16C49-1505-B048-C3F2-AB374C5B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81AE-C8E5-DC40-97FE-F8B092C9286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EA2D5-51DA-80D7-E76D-687A88DEB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0ED29-5496-98BA-5D39-BFEAA043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E0AD-729D-ED45-A3D4-8B4B7F665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55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FE7B9B-A6F3-DAFC-D6FD-3FB57B9DDB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98459F-1239-91F3-62FA-0514BAD47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4E1B3-1823-008B-E169-CBA5E6870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81AE-C8E5-DC40-97FE-F8B092C9286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61262-339B-C3D8-2B7B-FB3E1C1EF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C7A75-BF32-3237-631A-919DCE0AF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2E0AD-729D-ED45-A3D4-8B4B7F665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23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E1141E-2CB8-CE39-5B5A-F63845188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21215-128E-CF3D-FFED-CEED15703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DA9E7-25E9-CF0A-79E9-544C1B7143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D81AE-C8E5-DC40-97FE-F8B092C9286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140CA-E9C5-CF59-AF7B-BA5278D4C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82653-799E-739E-DE4C-E67482847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92E0AD-729D-ED45-A3D4-8B4B7F665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60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BE82BD-1B4A-FDED-4253-5D284B4D1E18}"/>
              </a:ext>
            </a:extLst>
          </p:cNvPr>
          <p:cNvSpPr/>
          <p:nvPr/>
        </p:nvSpPr>
        <p:spPr>
          <a:xfrm>
            <a:off x="4015947" y="803190"/>
            <a:ext cx="3292838" cy="501684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D19034-4B63-0066-BBCB-FF81AB405104}"/>
              </a:ext>
            </a:extLst>
          </p:cNvPr>
          <p:cNvCxnSpPr>
            <a:cxnSpLocks/>
          </p:cNvCxnSpPr>
          <p:nvPr/>
        </p:nvCxnSpPr>
        <p:spPr>
          <a:xfrm>
            <a:off x="4015946" y="3832606"/>
            <a:ext cx="32928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1EF4F-DD11-49D8-BAC5-B019D5C4882D}"/>
              </a:ext>
            </a:extLst>
          </p:cNvPr>
          <p:cNvCxnSpPr>
            <a:cxnSpLocks/>
          </p:cNvCxnSpPr>
          <p:nvPr/>
        </p:nvCxnSpPr>
        <p:spPr>
          <a:xfrm>
            <a:off x="4015947" y="1869126"/>
            <a:ext cx="32928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8C4743-6638-020C-EC63-86CAF6FE55CB}"/>
              </a:ext>
            </a:extLst>
          </p:cNvPr>
          <p:cNvCxnSpPr>
            <a:cxnSpLocks/>
          </p:cNvCxnSpPr>
          <p:nvPr/>
        </p:nvCxnSpPr>
        <p:spPr>
          <a:xfrm>
            <a:off x="4015946" y="4837014"/>
            <a:ext cx="32928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0563258-8505-DCF5-FA14-2676DBDBDC44}"/>
              </a:ext>
            </a:extLst>
          </p:cNvPr>
          <p:cNvSpPr txBox="1"/>
          <p:nvPr/>
        </p:nvSpPr>
        <p:spPr>
          <a:xfrm>
            <a:off x="4406195" y="121685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71B928-637E-20C3-61E3-B4F59FD259CA}"/>
              </a:ext>
            </a:extLst>
          </p:cNvPr>
          <p:cNvSpPr txBox="1"/>
          <p:nvPr/>
        </p:nvSpPr>
        <p:spPr>
          <a:xfrm>
            <a:off x="5434009" y="121919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EB9540-CE62-0E8A-79FE-F8C9D617CAAD}"/>
              </a:ext>
            </a:extLst>
          </p:cNvPr>
          <p:cNvSpPr txBox="1"/>
          <p:nvPr/>
        </p:nvSpPr>
        <p:spPr>
          <a:xfrm>
            <a:off x="6583148" y="120031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B2C7943-D5BF-3DC1-469F-4176D2D25D19}"/>
              </a:ext>
            </a:extLst>
          </p:cNvPr>
          <p:cNvCxnSpPr>
            <a:cxnSpLocks/>
          </p:cNvCxnSpPr>
          <p:nvPr/>
        </p:nvCxnSpPr>
        <p:spPr>
          <a:xfrm flipH="1">
            <a:off x="5082667" y="803189"/>
            <a:ext cx="10421" cy="50168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5FBFFC8-4E40-FB75-B08B-C55060F13F10}"/>
              </a:ext>
            </a:extLst>
          </p:cNvPr>
          <p:cNvCxnSpPr>
            <a:cxnSpLocks/>
          </p:cNvCxnSpPr>
          <p:nvPr/>
        </p:nvCxnSpPr>
        <p:spPr>
          <a:xfrm>
            <a:off x="7308784" y="803189"/>
            <a:ext cx="0" cy="50168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4B11261-7F55-AE12-303B-B6276ED405EC}"/>
              </a:ext>
            </a:extLst>
          </p:cNvPr>
          <p:cNvCxnSpPr>
            <a:cxnSpLocks/>
          </p:cNvCxnSpPr>
          <p:nvPr/>
        </p:nvCxnSpPr>
        <p:spPr>
          <a:xfrm>
            <a:off x="4015947" y="2862299"/>
            <a:ext cx="32928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690D140-E1A4-EC1D-8534-84DBBACC610E}"/>
              </a:ext>
            </a:extLst>
          </p:cNvPr>
          <p:cNvCxnSpPr>
            <a:cxnSpLocks/>
          </p:cNvCxnSpPr>
          <p:nvPr/>
        </p:nvCxnSpPr>
        <p:spPr>
          <a:xfrm>
            <a:off x="6150047" y="803189"/>
            <a:ext cx="0" cy="50168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462CE35-4841-C4D7-11DB-B0BFD2FBBFC9}"/>
              </a:ext>
            </a:extLst>
          </p:cNvPr>
          <p:cNvSpPr txBox="1"/>
          <p:nvPr/>
        </p:nvSpPr>
        <p:spPr>
          <a:xfrm>
            <a:off x="4406195" y="21871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AE726A-2450-4B2D-D820-0094DE15F466}"/>
              </a:ext>
            </a:extLst>
          </p:cNvPr>
          <p:cNvSpPr txBox="1"/>
          <p:nvPr/>
        </p:nvSpPr>
        <p:spPr>
          <a:xfrm>
            <a:off x="5434009" y="21894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6D73A7E-E8D5-DBA3-466F-49666D5B83F6}"/>
              </a:ext>
            </a:extLst>
          </p:cNvPr>
          <p:cNvSpPr txBox="1"/>
          <p:nvPr/>
        </p:nvSpPr>
        <p:spPr>
          <a:xfrm>
            <a:off x="6583148" y="21706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1CEDB9-CB2C-238A-BD0B-783B38B2D6BE}"/>
              </a:ext>
            </a:extLst>
          </p:cNvPr>
          <p:cNvSpPr txBox="1"/>
          <p:nvPr/>
        </p:nvSpPr>
        <p:spPr>
          <a:xfrm>
            <a:off x="4406195" y="31809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C3EEA6-4B4B-5EBF-16E3-D4EEE2A2536F}"/>
              </a:ext>
            </a:extLst>
          </p:cNvPr>
          <p:cNvSpPr txBox="1"/>
          <p:nvPr/>
        </p:nvSpPr>
        <p:spPr>
          <a:xfrm>
            <a:off x="5434009" y="31832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7A1F279-FD28-68BF-120F-EF8E35BC1B1C}"/>
              </a:ext>
            </a:extLst>
          </p:cNvPr>
          <p:cNvSpPr txBox="1"/>
          <p:nvPr/>
        </p:nvSpPr>
        <p:spPr>
          <a:xfrm>
            <a:off x="6583148" y="31643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6313F1-BFCB-0458-32AF-91120C81B060}"/>
              </a:ext>
            </a:extLst>
          </p:cNvPr>
          <p:cNvSpPr txBox="1"/>
          <p:nvPr/>
        </p:nvSpPr>
        <p:spPr>
          <a:xfrm>
            <a:off x="4406195" y="414655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584158-F52F-DED9-F133-92CF9648436C}"/>
              </a:ext>
            </a:extLst>
          </p:cNvPr>
          <p:cNvSpPr txBox="1"/>
          <p:nvPr/>
        </p:nvSpPr>
        <p:spPr>
          <a:xfrm>
            <a:off x="5434009" y="414888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BEAE046-E903-37F1-848C-C388EC673E17}"/>
              </a:ext>
            </a:extLst>
          </p:cNvPr>
          <p:cNvSpPr txBox="1"/>
          <p:nvPr/>
        </p:nvSpPr>
        <p:spPr>
          <a:xfrm>
            <a:off x="6583148" y="413000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9B4D086-74B1-9C7C-B425-86AAB23EEDB9}"/>
              </a:ext>
            </a:extLst>
          </p:cNvPr>
          <p:cNvSpPr txBox="1"/>
          <p:nvPr/>
        </p:nvSpPr>
        <p:spPr>
          <a:xfrm>
            <a:off x="4406195" y="512257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6F12B0-1428-039C-ABBD-7A71759B7B15}"/>
              </a:ext>
            </a:extLst>
          </p:cNvPr>
          <p:cNvSpPr txBox="1"/>
          <p:nvPr/>
        </p:nvSpPr>
        <p:spPr>
          <a:xfrm>
            <a:off x="5434009" y="512491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076978-E2C9-AAE8-526C-F2D591BE5001}"/>
              </a:ext>
            </a:extLst>
          </p:cNvPr>
          <p:cNvSpPr txBox="1"/>
          <p:nvPr/>
        </p:nvSpPr>
        <p:spPr>
          <a:xfrm>
            <a:off x="6583148" y="510603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FAEEBB7-DB12-BBA9-F78E-29F59BC52546}"/>
              </a:ext>
            </a:extLst>
          </p:cNvPr>
          <p:cNvCxnSpPr>
            <a:cxnSpLocks/>
          </p:cNvCxnSpPr>
          <p:nvPr/>
        </p:nvCxnSpPr>
        <p:spPr>
          <a:xfrm>
            <a:off x="2567836" y="3352901"/>
            <a:ext cx="6037545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EC2D9D39-012E-7FD5-7B5A-9D03F55AB559}"/>
              </a:ext>
            </a:extLst>
          </p:cNvPr>
          <p:cNvSpPr txBox="1"/>
          <p:nvPr/>
        </p:nvSpPr>
        <p:spPr>
          <a:xfrm>
            <a:off x="7482659" y="2942278"/>
            <a:ext cx="75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Lamp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8141A29-D7CB-D5F4-4AB2-D0E343BFC9B6}"/>
              </a:ext>
            </a:extLst>
          </p:cNvPr>
          <p:cNvSpPr txBox="1"/>
          <p:nvPr/>
        </p:nvSpPr>
        <p:spPr>
          <a:xfrm>
            <a:off x="5224169" y="114063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Mesa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9F71FE8-E9C3-8C66-F509-D39414D8CB99}"/>
              </a:ext>
            </a:extLst>
          </p:cNvPr>
          <p:cNvSpPr/>
          <p:nvPr/>
        </p:nvSpPr>
        <p:spPr>
          <a:xfrm>
            <a:off x="2984672" y="4479851"/>
            <a:ext cx="777240" cy="77931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12B73BF-5AFA-6F38-A66E-D525F5FD2C80}"/>
              </a:ext>
            </a:extLst>
          </p:cNvPr>
          <p:cNvSpPr/>
          <p:nvPr/>
        </p:nvSpPr>
        <p:spPr>
          <a:xfrm>
            <a:off x="2743200" y="526094"/>
            <a:ext cx="5724321" cy="562418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C4BDCE2-7650-24E7-48F5-04256DED26D5}"/>
              </a:ext>
            </a:extLst>
          </p:cNvPr>
          <p:cNvSpPr txBox="1"/>
          <p:nvPr/>
        </p:nvSpPr>
        <p:spPr>
          <a:xfrm>
            <a:off x="2807445" y="4514518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Auto </a:t>
            </a:r>
          </a:p>
          <a:p>
            <a:pPr algn="ctr"/>
            <a:r>
              <a:rPr lang="en-US" dirty="0"/>
              <a:t>Chamber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60CC1E4-2279-B494-B62C-0F1597D185FA}"/>
              </a:ext>
            </a:extLst>
          </p:cNvPr>
          <p:cNvSpPr txBox="1"/>
          <p:nvPr/>
        </p:nvSpPr>
        <p:spPr>
          <a:xfrm>
            <a:off x="4030391" y="888051"/>
            <a:ext cx="1052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Location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5CBB20E-F0D8-8E15-07F9-DB0B16D12249}"/>
              </a:ext>
            </a:extLst>
          </p:cNvPr>
          <p:cNvSpPr txBox="1"/>
          <p:nvPr/>
        </p:nvSpPr>
        <p:spPr>
          <a:xfrm>
            <a:off x="5297753" y="6196950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Road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FB09A4F-3534-C178-D0FE-DA02BCC6E502}"/>
              </a:ext>
            </a:extLst>
          </p:cNvPr>
          <p:cNvSpPr txBox="1"/>
          <p:nvPr/>
        </p:nvSpPr>
        <p:spPr>
          <a:xfrm>
            <a:off x="362131" y="526094"/>
            <a:ext cx="19479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Plots:</a:t>
            </a:r>
          </a:p>
          <a:p>
            <a:pPr algn="ctr"/>
            <a:r>
              <a:rPr lang="en-US" dirty="0"/>
              <a:t>B1, B2, B3, B4, B5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518134D-CCB5-1FBD-39CD-50F1F9726FF8}"/>
              </a:ext>
            </a:extLst>
          </p:cNvPr>
          <p:cNvSpPr txBox="1"/>
          <p:nvPr/>
        </p:nvSpPr>
        <p:spPr>
          <a:xfrm>
            <a:off x="199843" y="1383000"/>
            <a:ext cx="211025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Treatments:</a:t>
            </a:r>
          </a:p>
          <a:p>
            <a:pPr algn="ctr"/>
            <a:r>
              <a:rPr lang="en-US" dirty="0"/>
              <a:t>CC: Control</a:t>
            </a:r>
          </a:p>
          <a:p>
            <a:pPr algn="ctr"/>
            <a:r>
              <a:rPr lang="en-US" dirty="0"/>
              <a:t>CW: Control, Water</a:t>
            </a:r>
          </a:p>
          <a:p>
            <a:pPr algn="ctr"/>
            <a:r>
              <a:rPr lang="en-US" dirty="0"/>
              <a:t>LC: Lamp, Control</a:t>
            </a:r>
          </a:p>
          <a:p>
            <a:pPr algn="ctr"/>
            <a:r>
              <a:rPr lang="en-US" dirty="0"/>
              <a:t>LW: Lamp, Water</a:t>
            </a:r>
          </a:p>
        </p:txBody>
      </p:sp>
    </p:spTree>
    <p:extLst>
      <p:ext uri="{BB962C8B-B14F-4D97-AF65-F5344CB8AC3E}">
        <p14:creationId xmlns:p14="http://schemas.microsoft.com/office/powerpoint/2010/main" val="3864461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471813-B432-7B81-D987-22F0CB770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7" y="482137"/>
            <a:ext cx="12176713" cy="588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89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52</Words>
  <Application>Microsoft Macintosh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 Smith</dc:creator>
  <cp:lastModifiedBy>Bill Smith</cp:lastModifiedBy>
  <cp:revision>4</cp:revision>
  <dcterms:created xsi:type="dcterms:W3CDTF">2025-12-06T16:45:14Z</dcterms:created>
  <dcterms:modified xsi:type="dcterms:W3CDTF">2025-12-06T17:42:07Z</dcterms:modified>
</cp:coreProperties>
</file>